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Inventory &amp; Applicable Physical / Geospatial Models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Field-deployed sensors powering the Flood and Landslide Early Warning workflow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30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2560320"/>
                <a:gridCol w="2926080"/>
                <a:gridCol w="28346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of Data Capture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Applicable Physical / Geospatial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MACSENSOR R66S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Precipitation / Tipping Bucket Rain Gauge.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Event-based (outputs a pulse per tip). Supports a rain intensity range of 0–4mm/min (max 8 mm/min).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Accumulated precipitation/rainfall amount in millimeters (mm). Resolution of either 0.2mm or 0.5mm per tip.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Hydrological routing models (e.g., HEC-HMS), Catchment runoff models, Meteorological and flood forecasting models.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MACSENSOR UL103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Level / Ultrasonic Distance Sensor.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Adjustable response time from 0.5s to 10s via software or Modbus commands. (Default is 0.5s for 2.5m/5m ranges; 1s for 10m; 2s for 15m).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Non-contact liquid level or distance measurement (Ranges: 2.5m, 5m, 10m, 15m). Accuracy up to 0.25% F.S. to 0.5% F.S.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Hydrodynamic routing (e.g., HEC-RAS), Flood inundation mapping, Reservoir/Tank volume tracking models.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 Deformation Radar (Models MAS-R1S, R2S, R5)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Displacement / Ground-based Interferometric Radar.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MAS-R1S: Deformation update rate of 6 seconds.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MAS-R2S &amp; R5: Update rate of better than 1 time/minute for a 180° scan.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Sub-millimeter structural and slope deformation measurement with 0.1 mm accuracy. Provides 3D deformation cloud diagrams fused with topographic maps.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Geotechnical stability models, Landslide/Slope failure prediction models, Limit Equilibrium Method (LEM), Digital Elevation Models (DEM).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P1488-LE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/ Optical Sensor (AI-powered surveillance).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video capture up to 50/60 frames per second. Analytics trigger events instantly based on configured scenarios.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MP video imaging. Via AXIS Object Analytics, it provides AI-based detection, classification (humans, vehicles, bikes), spatial occupancy, and crossline counting.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and pedestrian flow modeling, Spatial occupancy models, Security and surveillance event mapping.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6537960"/>
            <a:ext cx="1143000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Label: General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 Specifications</dc:title>
  <dc:subject>PptxGenJS Presentation</dc:subject>
  <dc:creator>PptxGenJS</dc:creator>
  <cp:lastModifiedBy>PptxGenJS</cp:lastModifiedBy>
  <cp:revision>1</cp:revision>
  <dcterms:created xsi:type="dcterms:W3CDTF">2026-05-19T10:29:39Z</dcterms:created>
  <dcterms:modified xsi:type="dcterms:W3CDTF">2026-05-19T10:29:39Z</dcterms:modified>
</cp:coreProperties>
</file>