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"/>
            <a:ext cx="54864" cy="6080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179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Non-Visual Sensor Suite — Specification &amp; EAS Integration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64592" y="457200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· Ultrasonic Level · Ground Deformation Radar — Flood &amp; Landslide Early Action System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4592" y="676656"/>
            <a:ext cx="118872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7223760" cy="2377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711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MACSENSOR R66S — Precipitation / Tipping Bucket Rain Gauge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6032" y="996696"/>
            <a:ext cx="7114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MSR103 DTU transmits via cellular · Powered by 24V 100Ah LFP Battery + 390W Solar + PSW 300W Inverter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64592" y="1152144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521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Name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56232" y="115214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MACSENSOR R66S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64592" y="1444752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444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56232" y="14447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/ Tipping Bucket Rain Gauge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64592" y="1737360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7373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Capture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56232" y="173736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analog collection — event-triggered per 0.2 mm (default) or 0.5 mm tip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64592" y="2029968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0299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Intensity Range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56232" y="20299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 mm/min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64592" y="2322576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3225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856232" y="232257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mm (default) or 0.5 mm per tip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64592" y="2615184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6151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Provided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856232" y="261518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rainfall depth &amp; intensity in real-time; feeds I-D threshold models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164592" y="2944368"/>
            <a:ext cx="7223760" cy="2377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944368"/>
            <a:ext cx="711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MACSENSOR UL103 — Ultrasonic Level / Distance Sensor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032" y="3191256"/>
            <a:ext cx="7114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measurement · Adjustable response 0.5 s – 10 s via software or Modbus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64592" y="3346704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3467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Name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56232" y="334670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MACSENSOR UL103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64592" y="3639312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6393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856232" y="363931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Level / Distance Sensor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164592" y="3931920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9319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Capture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856232" y="393192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Adjustable: 0.5 s to 10 s response time (software / Modbus configurable)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164592" y="4224528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42245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Range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856232" y="42245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 · 5 m · 10 m · 15 m (model dependent)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64592" y="4517136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45171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856232" y="45171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F.S. (typical) · 0.25% F.S. (high accuracy mode)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64592" y="4809744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" y="48097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Provided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56232" y="480974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water surface elevation &amp; depth monitoring for bankfull and access thresholds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164592" y="5056632"/>
            <a:ext cx="7223760" cy="2377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5056632"/>
            <a:ext cx="711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MAS Deformation Radar — Models MAS-R1S · R2S · R5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6032" y="5303520"/>
            <a:ext cx="7114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Ground-based Interferometric Radar (D-InSAR) · Sub-millimeter slope deformation measurement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64592" y="5458968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54589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Name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856232" y="54589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Deformation Radar (MAS-R1S, R2S, R5)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64592" y="5751576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" y="57515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856232" y="575157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Ground-based Interferometric Radar (D-InSAR)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164592" y="6044184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" y="60441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Capture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856232" y="604418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MAS-R1S: 6 s update rate · MAS-R2S &amp; R5: better than 1 update/min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164592" y="6336792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6336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856232" y="63367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mm deformation measurement accuracy (sub-millimeter)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164592" y="6629400"/>
            <a:ext cx="7223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6629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856232" y="66294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Interferometric Synthetic Aperture Radar (D-InSAR)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164592" y="6922008"/>
            <a:ext cx="7223760" cy="29260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" y="69220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Provided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856232" y="692200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deformation velocity &amp; displacement — physical ground-truth for slope stability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7479792" y="749808"/>
            <a:ext cx="0" cy="5943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71232" y="749808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MODEL APPLICATIONS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571232" y="95097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geospatial / physical models per sensor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571232" y="1133856"/>
            <a:ext cx="4425696" cy="21945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62672" y="113385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MODELLING &amp; EARLY ACTION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571232" y="1371600"/>
            <a:ext cx="44256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62672" y="140817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R66S — Stage 1: Rainfall-Runoff &amp; Watershed Hydrology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662672" y="1600200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measures the Rainfall I-D threshold and provides raw data to calculate how much rain reaches the river. 0–4 mm/min intensity feeds hydrological models.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571232" y="1938528"/>
            <a:ext cx="4425696" cy="566928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62672" y="1975104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UL103 — Stage 2: River Hydraulics &amp; Inundation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662672" y="216712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water surface elevation to trigger: Channel capacity breach — water level ≥ bankfull − 30 cm freeboard.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571232" y="2505456"/>
            <a:ext cx="44256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62672" y="2542032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UL103 — Stage 4: Flood Depth &amp; Impact Footprint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662672" y="273405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depth to verify if it breaches Depth &gt; 0.3 m, which restricts emergency vehicle access.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571232" y="3090672"/>
            <a:ext cx="4425696" cy="21945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62672" y="3090672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MODELLING &amp; EARLY ACTION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571232" y="3328416"/>
            <a:ext cx="4425696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62672" y="3364992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Parameter 1 &amp; 2: Slope Stability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662672" y="3566160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Sub-millimeter (0.1 mm) accuracy provides physical ground-truth to Transient FS (Factor of Safety) rasters — shows exactly how much slope is failing during a storm before debris flow begins.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571232" y="3950208"/>
            <a:ext cx="4425696" cy="621792"/>
          </a:xfrm>
          <a:prstGeom prst="rect">
            <a:avLst/>
          </a:prstGeom>
          <a:solidFill>
            <a:srgbClr val="F4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62672" y="3986784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R66S — Parameter 3: Rainfall Threshold for Triggering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662672" y="418795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gauge telemetry feeding Empirical Intensity-Duration (I-D) Threshold Models. 0–4 mm/min capture matches data needed for the power-law equation I = α · D^(−β).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571232" y="4626864"/>
            <a:ext cx="4425696" cy="21945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662672" y="4626864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THRESHOLDS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571232" y="4846320"/>
            <a:ext cx="4425696" cy="256032"/>
          </a:xfrm>
          <a:prstGeom prst="rect">
            <a:avLst/>
          </a:prstGeom>
          <a:solidFill>
            <a:srgbClr val="EA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62672" y="4846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Trigger: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869680" y="48463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≥ bankfull − 30 cm freeboard (UL103)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571232" y="5102352"/>
            <a:ext cx="44256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662672" y="5102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Access: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8869680" y="510235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&gt; 0.3 m restricts emergency vehicle access (UL103)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571232" y="5358384"/>
            <a:ext cx="4425696" cy="256032"/>
          </a:xfrm>
          <a:prstGeom prst="rect">
            <a:avLst/>
          </a:prstGeom>
          <a:solidFill>
            <a:srgbClr val="EA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662672" y="5358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I-D Rainfall: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8869680" y="535838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I = α · D^(−β) — 0–4 mm/min range (R66S)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7571232" y="5614416"/>
            <a:ext cx="442569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62672" y="56144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Stability: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8869680" y="561441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raster ground-truth at 0.1 mm accuracy (Radar)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7571232" y="5888736"/>
            <a:ext cx="4425696" cy="201168"/>
          </a:xfrm>
          <a:prstGeom prst="rect">
            <a:avLst/>
          </a:prstGeom>
          <a:solidFill>
            <a:srgbClr val="6D6D6D"/>
          </a:solidFill>
          <a:ln w="12700">
            <a:solidFill>
              <a:srgbClr val="6D6D6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62672" y="5888736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INFRASTRUCTURE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7571232" y="6089904"/>
            <a:ext cx="442569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62672" y="6089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MSR103 DTU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8759952" y="60899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wireless terminal — transmits sensor data via cellular network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82880" y="6656832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MACSENSOR R66S  |  MACSENSOR UL103  |  MAS Deformation Radar  |  Flood &amp; Landslide EAS Integration  |  Transmitted via MSR103 DTU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2026-05-20T05:29:54Z</dcterms:created>
  <dcterms:modified xsi:type="dcterms:W3CDTF">2026-05-20T05:29:54Z</dcterms:modified>
</cp:coreProperties>
</file>