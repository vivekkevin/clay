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"/>
            <a:ext cx="54864" cy="6080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179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P1488-LE Bullet Camera — Sensor Specification &amp; EAS Integration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64592" y="457200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Optical sensor for real-time flood and landslide early action system monitoring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676656"/>
            <a:ext cx="118872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SPECIFICATIONS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" y="98755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P1488-LE · 8MP Fully-Featured AI-Powered Surveillance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722376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76272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" y="1463040"/>
            <a:ext cx="7223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4630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Name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176272" y="1463040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P1488-LE Bullet Camera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64592" y="1810512"/>
            <a:ext cx="7223760" cy="347472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181051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176272" y="1810512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Optical Sensor — 8MP fully-featured AI-powered surveillance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64592" y="2157984"/>
            <a:ext cx="7223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215798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Capture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2176272" y="2157984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video streaming at up to 50/60 frames per second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64592" y="2505456"/>
            <a:ext cx="7223760" cy="347472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25054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Output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176272" y="2505456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4K / 8MP video in any light condition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64592" y="2852928"/>
            <a:ext cx="7223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85292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Analytics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176272" y="2852928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Preinstalled AXIS Object Analytics — detects humans &amp; vehicles in specific areas, tracks line crossing, monitors spatial behavior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64592" y="3200400"/>
            <a:ext cx="7223760" cy="347472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32004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176272" y="3200400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classify, and count objects in real-time; area intrusion, loitering detection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64592" y="3547872"/>
            <a:ext cx="7223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35478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176272" y="3547872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Surveillance Card 128GB (high-endurance SD) — failover recording inside camera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64592" y="3895344"/>
            <a:ext cx="7223760" cy="347472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" y="389534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Server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2176272" y="3895344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S1296 Rack Recording Server — 96TB or 192TB high-capacity video storage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64592" y="4242816"/>
            <a:ext cx="7223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" y="4242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Software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2176272" y="4242816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Camera Station Pro — view, manage, and configure access control for all feeds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64592" y="4663440"/>
            <a:ext cx="7223760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46634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THRESHOLDS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4592" y="4901184"/>
            <a:ext cx="7223760" cy="256032"/>
          </a:xfrm>
          <a:prstGeom prst="rect">
            <a:avLst/>
          </a:prstGeom>
          <a:solidFill>
            <a:srgbClr val="EA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Trigger: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883664" y="4901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≥ bankfull − 30 cm freeboard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164592" y="5157216"/>
            <a:ext cx="7223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57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Access Limit: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883664" y="51572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depth &gt; 0.3 m restricts emergency vehicle access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164592" y="5413248"/>
            <a:ext cx="7223760" cy="256032"/>
          </a:xfrm>
          <a:prstGeom prst="rect">
            <a:avLst/>
          </a:prstGeom>
          <a:solidFill>
            <a:srgbClr val="EA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5413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Stability: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883664" y="54132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flow depth &gt; 0.5 m and flow velocity &gt; 0.3 m/s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479792" y="749808"/>
            <a:ext cx="0" cy="5943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71232" y="749808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MODEL APPLICATIONS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71232" y="987552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geospatial / physical models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71232" y="1188720"/>
            <a:ext cx="4425696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2672" y="1188720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MODELLING &amp; EARLY ACTION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571232" y="1426464"/>
            <a:ext cx="44256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62672" y="145389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River Hydraulics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7662672" y="164592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verifier for Gridded WSE output. Confirms trigger: water level ≥ bankfull − 30 cm freeboard.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7571232" y="1993392"/>
            <a:ext cx="4425696" cy="56692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62672" y="2020824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Flood Depth &amp; Impact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7662672" y="2212848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flood extent + inundation map. AI analytics confirm Depth &gt; 0.3 m restricts emergency vehicle access.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7571232" y="2578608"/>
            <a:ext cx="4425696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2578608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MODELLING &amp; EARLY ACTION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71232" y="2816352"/>
            <a:ext cx="4425696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62672" y="2834640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4 — Debris &amp; Mudflow Routing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7662672" y="301752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RAMMS/FLO-2D output (mudflow footprint: max depth + impact force). Visual feed confirms if debris flow breaches human stability limits: Flow depth &gt; 0.5 m and Flow velocity &gt; 0.3 m/s.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7571232" y="3547872"/>
            <a:ext cx="4425696" cy="493776"/>
          </a:xfrm>
          <a:prstGeom prst="rect">
            <a:avLst/>
          </a:prstGeom>
          <a:solidFill>
            <a:srgbClr val="EAF3FB"/>
          </a:solidFill>
          <a:ln w="10160">
            <a:solidFill>
              <a:srgbClr val="1B6C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62672" y="356616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DELIVERY:  </a:t>
            </a:r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video feed enables immediate visual verification of model outputs for BPBD alert dispatch.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7571232" y="4160520"/>
            <a:ext cx="4425696" cy="219456"/>
          </a:xfrm>
          <a:prstGeom prst="rect">
            <a:avLst/>
          </a:prstGeom>
          <a:solidFill>
            <a:srgbClr val="6D6D6D"/>
          </a:solidFill>
          <a:ln w="12700">
            <a:solidFill>
              <a:srgbClr val="6D6D6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62672" y="4160520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571232" y="4379976"/>
            <a:ext cx="442569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62672" y="437997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449056" y="4379976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SUPBLP 24100 (24V 100Ah LFP Battery), SUPSM-390 (390W Solar), SGPE-300 Inverter, 40×30×15 cm Steel Panel Box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571232" y="4782312"/>
            <a:ext cx="4425696" cy="402336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62672" y="47823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Network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449056" y="478231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Teltonika RUT951 PoE+ (4G LTE industrial router — powers &amp; connects camera via PoE+)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6656832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P1488-LE  |  Real-Time Visual Verification  |  Flood &amp; Landslide EAS Integration  |  Continuous 50/60 FPS · 8MP · AI Object Analytics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2026-05-20T05:26:34Z</dcterms:created>
  <dcterms:modified xsi:type="dcterms:W3CDTF">2026-05-20T05:26:34Z</dcterms:modified>
</cp:coreProperties>
</file>