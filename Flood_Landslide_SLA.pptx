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Latency &amp; System SLAs (End-to-End)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rainfall observation / sensor trigger to alert delivery at the decision-maker's device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532120" cy="5577840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5577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263640" y="1051560"/>
            <a:ext cx="5532120" cy="5577840"/>
          </a:xfrm>
          <a:prstGeom prst="rect">
            <a:avLst/>
          </a:prstGeom>
          <a:solidFill>
            <a:srgbClr val="F4F6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051560"/>
            <a:ext cx="91440" cy="5577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MODELLING &amp; EARLY 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rainfall observed to alert delivered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7960" y="1188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MODELLING &amp; EARLY 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5087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critical rainfall/sensor trigger to BPBD alert delivery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7772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Sensor Ingest &amp; QC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from IoT node transmission to stream ingest &amp; Hampel filtering completion.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Rainfall Fusion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sensors and BMKG gauges with IMERG/GSMaP satellite data via residual kriging.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Hydrological 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WFLOW_sbm generates forecast discharge at all sub-basin outlets.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Threshold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forecast against return periods (Q₂₅ᵧᵣ) and formulate alert.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Alert Dissemination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API payload to InaRISK, SMS broadcast, and BPBD dashboards.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 from rainfall observed to alert delivered.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94360" y="4700016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4700016"/>
            <a:ext cx="4937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forecast cycles must complete within the 15-minute target; 99% must complete within the 20-minute hard ceiling.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77724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Stack / 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Sensor Ingest &amp; QC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of IoT landslide sensors (tiltmeters/extensometers) &amp; SMAP soil moisture data.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Dynamic Susceptibility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of XGBoost classification / SVM models based on new GPM IMERG rainfall data inputs.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Runout Modeling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Debris &amp; Mudflow Routing (e.g., RAMMS / Flow-R).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Exposure &amp; Alerting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 hazards with population density/infrastructure to generate Pre-Disaster warning information.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 from critical rainfall/sensor trigger to BPBD alert delivery.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492240" y="4645152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0" y="4645152"/>
            <a:ext cx="4937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DELIVERY: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from critical rainfall/sensor trigger to BPBD Pusdalops alert delivery.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&amp; Landslide Modelling - Processing Latency &amp; System SLAs</dc:title>
  <dc:subject>PptxGenJS Presentation</dc:subject>
  <dc:creator>PptxGenJS</dc:creator>
  <cp:lastModifiedBy>PptxGenJS</cp:lastModifiedBy>
  <cp:revision>1</cp:revision>
  <dcterms:created xsi:type="dcterms:W3CDTF">2026-05-19T06:49:33Z</dcterms:created>
  <dcterms:modified xsi:type="dcterms:W3CDTF">2026-05-19T06:49:33Z</dcterms:modified>
</cp:coreProperties>
</file>